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858000" cy="9144000"/>
  <p:embeddedFontLst>
    <p:embeddedFont>
      <p:font typeface="Bad Script"/>
      <p:regular r:id="rId7"/>
    </p:embeddedFont>
    <p:embeddedFont>
      <p:font typeface="Garamond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ioP8ydOzRIbJ5V2yUSSrcJZzAc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Garamond-boldItalic.fntdata"/><Relationship Id="rId10" Type="http://schemas.openxmlformats.org/officeDocument/2006/relationships/font" Target="fonts/Garamond-italic.fntdata"/><Relationship Id="rId12" Type="http://customschemas.google.com/relationships/presentationmetadata" Target="metadata"/><Relationship Id="rId9" Type="http://schemas.openxmlformats.org/officeDocument/2006/relationships/font" Target="fonts/Garamo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adScript-regular.fntdata"/><Relationship Id="rId8" Type="http://schemas.openxmlformats.org/officeDocument/2006/relationships/font" Target="fonts/Garamo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4588" y="685800"/>
            <a:ext cx="4570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575556" y="2167323"/>
            <a:ext cx="8064895" cy="1296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Presented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90600" y="1397496"/>
            <a:ext cx="7162800" cy="990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Participation Certificate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41264" y="3584787"/>
            <a:ext cx="7956468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completing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2400" u="none" cap="none" strike="noStrike">
                <a:solidFill>
                  <a:srgbClr val="C00000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chasers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LSOM on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St. Louis, MO, 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736113" y="6184473"/>
            <a:ext cx="23724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10"/>
              <a:buFont typeface="Arial"/>
              <a:buNone/>
            </a:pPr>
            <a:r>
              <a:t/>
            </a:r>
            <a:endParaRPr b="0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Race Director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-1020391">
            <a:off x="6958001" y="5735296"/>
            <a:ext cx="1928613" cy="547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Bad Script"/>
                <a:ea typeface="Bad Script"/>
                <a:cs typeface="Bad Script"/>
                <a:sym typeface="Bad Script"/>
              </a:rPr>
              <a:t>Utpal</a:t>
            </a:r>
            <a:endParaRPr b="1" i="0" sz="3200" u="none" cap="none" strike="noStrike">
              <a:solidFill>
                <a:schemeClr val="dk1"/>
              </a:solidFill>
              <a:latin typeface="Bad Script"/>
              <a:ea typeface="Bad Script"/>
              <a:cs typeface="Bad Script"/>
              <a:sym typeface="Bad Script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04800" y="6291429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Coordinator</a:t>
            </a:r>
            <a:endParaRPr b="1" sz="14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rot="-1020391">
            <a:off x="-114451" y="5735295"/>
            <a:ext cx="1928613" cy="547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Bad Script"/>
                <a:ea typeface="Bad Script"/>
                <a:cs typeface="Bad Script"/>
                <a:sym typeface="Bad Script"/>
              </a:rPr>
              <a:t>Madhavan</a:t>
            </a:r>
            <a:endParaRPr b="1" sz="3200">
              <a:solidFill>
                <a:schemeClr val="dk1"/>
              </a:solidFill>
              <a:latin typeface="Bad Script"/>
              <a:ea typeface="Bad Script"/>
              <a:cs typeface="Bad Script"/>
              <a:sym typeface="Bad Scrip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2022-07-25T08:19:50Z</dcterms:created>
  <dc:creator>DELL</dc:creator>
</cp:coreProperties>
</file>